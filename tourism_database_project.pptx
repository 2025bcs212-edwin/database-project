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Tourism Activities Database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MySQL Database Project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built using a database management environment.</a:t>
            </a:r>
          </a:p>
          <a:p>
            <a:r>
              <a:t>Focused on managing tourism-related data such as users and activities.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database was created to store all tourism project data.</a:t>
            </a:r>
          </a:p>
          <a:p>
            <a:r>
              <a:t>It acts as the central storage for all system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 were created to represent real-world entities such as users, activities, bookings, and payments.</a:t>
            </a:r>
          </a:p>
          <a:p>
            <a:r>
              <a:t>Each table stores structured information in rows and columns.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Insertion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Records were added into tables to simulate real system usage.</a:t>
            </a:r>
          </a:p>
          <a:p>
            <a:r>
              <a:t>This represents actual tourism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Viewing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was retrieved from tables to verify correctness.</a:t>
            </a:r>
          </a:p>
          <a:p>
            <a:r>
              <a:t>System relationships were tested to ensure proper connections.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Errors occurred due to syntax issues and incorrect formatting.</a:t>
            </a:r>
          </a:p>
          <a:p>
            <a:r>
              <a:t>These were corrected through debugging and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demonstrates database design and management skills.</a:t>
            </a:r>
          </a:p>
          <a:p>
            <a:r>
              <a:t>It shows how real systems store and manage structured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1033</Words>
  <Application>WPS Presentation</Application>
  <PresentationFormat>On-screen Show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Arial</vt:lpstr>
      <vt:lpstr>DejaVu Sans</vt:lpstr>
      <vt:lpstr>Calibri</vt:lpstr>
      <vt:lpstr>Microsoft YaHei</vt:lpstr>
      <vt:lpstr>Droid Sans Fallback</vt:lpstr>
      <vt:lpstr>Arial Unicode MS</vt:lpstr>
      <vt:lpstr>Office Theme</vt:lpstr>
      <vt:lpstr>Tourism Activities Database Project</vt:lpstr>
      <vt:lpstr>Project Setup</vt:lpstr>
      <vt:lpstr>Database Creation</vt:lpstr>
      <vt:lpstr>Table Design</vt:lpstr>
      <vt:lpstr>Data Insertion</vt:lpstr>
      <vt:lpstr>Data Viewing &amp; Testing</vt:lpstr>
      <vt:lpstr>Challenges Encountered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atuheire</cp:lastModifiedBy>
  <cp:revision>5</cp:revision>
  <dcterms:created xsi:type="dcterms:W3CDTF">2026-05-06T20:39:09Z</dcterms:created>
  <dcterms:modified xsi:type="dcterms:W3CDTF">2026-05-06T20:39:09Z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